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자료의 원문은 docs/TEAM_TASKS_2026-10.md입니다. 기준은 docs/DATA_STANDARD.md가 유일한 원본입니다.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예상이 틀려도 괜찮습니다. 왜 다른지 찾아 적는 것이 이번 과제의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 한 일: 예린 님의 전주 두 동 사례(중화산동2가·효자동2가)와 같은 수집기입니다.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FB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팀원 작업 지시서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기준으로 직접 모으고,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예상한 값과 비교한다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8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도시 · 도시마다 개발지 1곳 + 상업지 1곳 · 예상 → 수집 → 비교 → Claude로 개발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2743200" cy="0"/>
          </a:xfrm>
          <a:prstGeom prst="line">
            <a:avLst/>
          </a:prstGeom>
          <a:noFill/>
          <a:ln w="25400">
            <a:solidFill>
              <a:srgbClr val="C98A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2026-10-08 · 기준 PC 값은 backend/cases/simulation_cases.json (자료 묶음 05:20 기록)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팀원 작업 지시서 · 2026-10-08 · 원문 docs/TEAM_TASKS_2026-10.md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과제의 목표와 제출물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팀원이 같은 기준·같은 도구로 자기 지역을 모으고, 결과가 잘 나오는지 직접 확인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8640" cy="54864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463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기준으로 직접 수집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463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맡은 지역의 개발지·상업지 자료를 저장소 수집기로 받고 check-standard FAIL 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548640" cy="548640"/>
          </a:xfrm>
          <a:prstGeom prst="ellipse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377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→ 수집 → 비교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377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전에 예상표를 커밋, 수집 후 도구 결과와 비교해 차이와 원인을 적음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548640" cy="54864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291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결과 재현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291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PC 묶음을 빈 DB에 가져와 사례 25개가 전부 일치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206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Claude로 개발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4206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찾은 문제·필요 기능을 Claude Code로 고치고 테스트 포함 PR 1개 이상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0" y="1417320"/>
            <a:ext cx="3886200" cy="4846320"/>
          </a:xfrm>
          <a:prstGeom prst="roundRect">
            <a:avLst>
              <a:gd name="adj" fmla="val 1882"/>
            </a:avLst>
          </a:prstGeom>
          <a:solidFill>
            <a:srgbClr val="DCE8E2"/>
          </a:solidFill>
          <a:ln w="12700">
            <a:solidFill>
              <a:srgbClr val="DCE8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01000" y="1554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제출물 (지역마다)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2057400"/>
            <a:ext cx="3520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예상표 docs/team/&lt;코드&gt;_&lt;지역&gt;_예상.csv (수집 전 커밋)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비교표 docs/team/&lt;코드&gt;_&lt;지역&gt;_비교.csv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3개: 개발지·상업지 지역 보고서, 3D 계획안 2개 비교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기록 docs/team/&lt;코드&gt;_&lt;지역&gt;_&lt;날짜&gt;.md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묶음 ExportBundle (팀 드라이브로만)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개발 PR (브랜치 team/&lt;이름&gt;-&lt;주제&gt;)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팀원 작업 지시서 · 2026-10-08 · 원문 docs/TEAM_TASKS_2026-10.md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지킬 기준 ① 여섯 가지 원칙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docs/DATA_STANDARD.md 1절 — 사람이 하든 Claude가 하든 같음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DCE8E2"/>
          </a:solidFill>
          <a:ln w="12700">
            <a:solidFill>
              <a:srgbClr val="DCE8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45920"/>
            <a:ext cx="384048" cy="384048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6002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값은 0이 아니다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8483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관측이 없으면 NULL, 화면·보고서는 "자료 없음". 제공기관이 준 0만 0. K-apt의 0은 미입력 → NULL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645920"/>
            <a:ext cx="384048" cy="384048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6002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원자료는 고치지 않는다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08483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data/raw는 받은 그대로. 이상값은 상태(quality_status)로 표시만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DCE8E2"/>
          </a:solidFill>
          <a:ln w="12700">
            <a:solidFill>
              <a:srgbClr val="DCE8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246120"/>
            <a:ext cx="384048" cy="384048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2004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값의 종류를 섞지 않는다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68503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· 계산 · 추정 · 대체 · 시나리오를 구분해 저장·표시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30632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3246120"/>
            <a:ext cx="384048" cy="384048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32004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단위는 이름에 붙인다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368503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_kwh, _m2, _kgco2eq, _tco2e. CO2와 CO2eq를 섞지 않음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6634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DCE8E2"/>
          </a:solidFill>
          <a:ln w="12700">
            <a:solidFill>
              <a:srgbClr val="DCE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4846320"/>
            <a:ext cx="384048" cy="384048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280160" y="48006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계수·임계값은 한 곳에서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528523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문서 5절 = 코드 상수. 바꿀 때는 같은 커밋에서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72200" y="46634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4846320"/>
            <a:ext cx="384048" cy="384048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5508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48006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출처를 남긴다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903720" y="528523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경로·SHA-256·받은 날·기준 시점. 보고서 숫자가 원본까지 거슬러 가야 함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팀원 작업 지시서 · 2026-10-08 · 원문 docs/TEAM_TASKS_2026-10.md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지킬 기준 ② 작업 전 확인과 공간·시간 기준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0절은 매번, 3절은 모든 표·파일에 적용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전 확인 (0절, 매번)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57400"/>
            <a:ext cx="4983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범위를 한 줄로: 지역코드 · 기간 · 500m · 자료 묶음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11740 서울 강동구 · 2020-01~2025-12 · 500m · 건축HUB + K-apt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있는지: 앱 수집 데이터 → 빠진 자료 전부 수집 표 (일일 한도 아끼기)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출처는 기준 2절 표에서만. 표에 없으면 공식 주소·단위·기준 시점부터 확인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키는 .env에만. 화면·로그·문서·메신저에 붙이지 않음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받는 길은 저장소 수집기. 직접 받은 파일은 data/raw/&lt;출처&gt;/ 그대로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끝나면 check-standard, 공유는 ExportBundle / MergeBundle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463040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114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코드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법정 시·군·구 5자리 (전주 52110), 행정동은 SGIS 코드 따로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좌표계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계산 EPSG:5179, 화면 EPSG:4326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500m 칸 ID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cell_&lt;왼쪽아래 x&gt;_&lt;y&gt; (m, 500 배수) + SGIS 코드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경계 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자르지 않고 그 지역 칸으로, "경계 칸" 표시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use_ym = YYYYMM (K-apt는 부과 연월)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연간 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12개월 모두 관측된 지번·단지만 합 + "N곳" 함께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연도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12개월 다 모인 최근 연도 (지금 2025)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팀원 작업 지시서 · 2026-10-08 · 원문 docs/TEAM_TASKS_2026-10.md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지킬 기준 ③ 값 처리 규칙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값을 고치지 않고 상태로 표시 · 4절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3152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377440"/>
                <a:gridCol w="19202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제공기관이 값을 주지 않음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"자료 없음", 빗금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제공기관이 0을 줌 (건축HUB)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그대로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관측 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K-apt 항목 0·공란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 (미입력)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K-apt 모든 항목 0·공란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NOT_REPORTED, 양 NULL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"미보고"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K-apt 세대당 전기 &lt; 20 kWh/월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SUSPECT, 집계 제외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"이상값"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건축HUB 음수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NULL, 원값은 raw_record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건축HUB 2020년 9·10월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쓰되 다른 해와 비교 안 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"일부 결측·비교 제외"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단지 세대당 전기 &lt; 2,000 kWh/년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전기 누락 의심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표시만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추정·대체 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data_class·source_type 함께 저장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092440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8E3E0"/>
          </a:solidFill>
          <a:ln w="12700">
            <a:solidFill>
              <a:srgbClr val="F8E3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75320" y="1600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 않는 것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75320" y="210312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빠진 달을 앞뒤 달로 채우기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행정동 값을 격자에 면적으로 나누기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연도 값을 그해 값처럼 쓰기 (쓰면 "2024년 값"이라고)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단위가 다른 두 출처를 더하기 (탄소공간지도 + 이 도구)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팀원 작업 지시서 · 2026-10-08 · 원문 docs/TEAM_TASKS_2026-10.md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지킬 기준 ④ 계산 공식과 계수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5절 — 계산은 도구가 하고, 팀원은 같은 공식으로 예상값을 만든다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7665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120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연간 에너지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12개월 모두 있는 지번만 Σ 월 사용량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원단위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 ÷ 같은 지번 건축물대장 연면적 (kWh/m²·년)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전력 탄소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 × F(y): 그해 말까지 공표된 최신 GIR 승인 계수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가스 탄소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 × 0.1826 (가정, 항상 따로 표시)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전후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사용승인 연도 앞 w년 평균 vs 뒤 w년 평균 (그해 제외)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감축 노력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E_bau = E_b + I×추가 연면적, 목표 = E_b×F×(1−t)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태양광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 kWh ÷ (수평면 일사량 × 0.80)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냉난방도일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HDD 18°C, CDD 24°C (가스공사 통계 기준)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1463040"/>
          <a:ext cx="4114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계산 연도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전력 계수 kgCO2eq/kWh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2015~2018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(NULL)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2019~2021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0.4594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2022~2024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0.4781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5D5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0.4330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도시가스 (가정)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0.1826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543800" y="443484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해 비교(개발 전후)는 모든 연도에 같은 최신 계수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tCO2e = 1,000 kgCO2eq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감축량에는 기준 건물·기준 연도를 같이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팀원 작업 지시서 · 2026-10-08 · 원문 docs/TEAM_TASKS_2026-10.md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지킬 기준 ⑤ 보고서·저장·공유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6~7절 + AGENTS.md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54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5740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숫자는 계산 엔진 근거 문장에서만 (사람·AI가 새 숫자를 만들지 않음)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숫자마다 단위·연도·출처·값의 종류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감축량 = 기준 건물(공동주택/건물 전체/추정) + 기준 연도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증감은 같은 지번·같은 범위끼리. "개발 때문에" ✕ "개발 전후로" 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판단·넷제로 달성 단정 금지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끝에 한계·출처 표·재현 정보(보고서 ID, SHA-256)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417320"/>
            <a:ext cx="5394960" cy="2377440"/>
          </a:xfrm>
          <a:prstGeom prst="roundRect">
            <a:avLst>
              <a:gd name="adj" fmla="val 3077"/>
            </a:avLst>
          </a:prstGeom>
          <a:ln w="9525">
            <a:solidFill>
              <a:srgbClr val="D9D7C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표로 주고받을 때 (CSV)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011680"/>
            <a:ext cx="4983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UTF-8 (엑셀용 사본만 BOM), 빈칸 = NULL ("0", "-", "N/A" 금지)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이름은 영문 소문자_단위, 키 열 먼저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표는 넣기 전에 check-standard --csv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39776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8E3E0"/>
          </a:solidFill>
          <a:ln w="12700">
            <a:solidFill>
              <a:srgbClr val="F8E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4114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올리지 않는 것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572000"/>
            <a:ext cx="4983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.env·키·토큰, .secrets/, data/ (원본·DB 덤프·백업·캐시), .idea/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국토통계지도 자료: 국외 반출 금지 → Git·클라우드·공개 주소 금지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푸시·기록 다시 쓰기, main에 직접 푸시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팀원 작업 지시서 · 2026-10-08 · 원문 docs/TEAM_TASKS_2026-10.md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흐름: 예상 → 수집 → 비교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9단계, 순서를 바꾸지 않는다 (특히 예상표는 수집 전에 커밋)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645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 각자 발급 · git pull · Doctor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4630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691640"/>
            <a:ext cx="457200" cy="45720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1645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2148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DB에 ImportBundle → 25/25 match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4630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691640"/>
            <a:ext cx="457200" cy="45720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823960" y="1645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823960" y="2148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적기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0632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3246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예상표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3749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4절 공식으로, 수집 전 커밋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30632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3291840"/>
            <a:ext cx="457200" cy="45720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805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074920" y="3246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074920" y="3749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준비 · 과거 연도 · 일사량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0" y="30632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3291840"/>
            <a:ext cx="457200" cy="45720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823960" y="3246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823960" y="3749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check-standard FAIL 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6634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" y="4892040"/>
            <a:ext cx="457200" cy="45720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1325880" y="4846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1325880" y="5349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링크 · 보고서 3개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297680" y="46634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80560" y="4892040"/>
            <a:ext cx="457200" cy="457200"/>
          </a:xfrm>
          <a:prstGeom prst="ellipse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4805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5074920" y="4846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5074920" y="5349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비교표 · 합격 기준 · 원인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046720" y="46634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29600" y="4892040"/>
            <a:ext cx="457200" cy="45720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22960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8823960" y="4846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8823960" y="5349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ExportBundle · 기록 · PR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6053328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확인(내 DB는 그대로): 저장소를 다른 폴더에 clone → DSS_PROJECT=carbon-urban-dss-importtest 등 설정 → ImportBundle (포트 8010/5190)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팀원 작업 지시서 · 2026-10-08 · 원문 docs/TEAM_TASKS_2026-10.md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배정: 도시마다 개발지 1곳 + 상업지 1곳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구역은 자료(사용승인 세대, 상업지역 격자, 건물 전력)로 골랐고, 사례 링크로 같은 입력을 연다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554480"/>
                <a:gridCol w="2377440"/>
                <a:gridCol w="2194560"/>
                <a:gridCol w="1463040"/>
                <a:gridCol w="2148840"/>
                <a:gridCol w="7315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상업지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PC (2025)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수집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전주 52110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송천1동 (에코시티 2019 입주)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효자5동 (서부신시가지)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(2020~2025)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K-apt 2015~2018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강동 11740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고덕2동 (재건축 2019 입주)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천호3동 (상업지역 격자)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2025, 건축HUB 2020~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건축HUB 2020~2024(값 비교), K-apt 과거(개발 필요)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부산 강서 26440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명지1동 (명지국제신도시)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명지1동 상업 중심 격자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2025, 건축HUB 2021~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건축HUB 2020~2024(값 비교), 용도지역 점검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세종 36110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해밀동 (2020~2025 입주)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어진동 (상업지역 격자 7/11)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중 (값 없음)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준비 전체, 사례 추가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572000"/>
            <a:ext cx="11109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PC 값이 있는 해(2025, 강동·강서는 건축HUB 과거 연도도)는 같은 API·도구면 ±0.5% 안에서 같아야 함 → 수집이 제대로 됐는지의 시험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PC 값이 없는 것(과거 연도, 세종)은 예상표가 곧 시험 → 범위 밖이면 원인 찾기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담당은 팀에서 정해 이 표와 docs/TEAM_TASKS_2026-10.md 7절에 적기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팀원 작업 지시서 · 2026-10-08 · 원문 docs/TEAM_TASKS_2026-10.md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 · 전주시 52110 — 기준 지역: 과거 관측으로 개발 전후 확인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자료가 많은 지역. 비어 있는 2015~2018 K-apt를 채워 "추정" 전후 비교를 "관측"으로 바꾸는 것이 목표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743200" cy="2971800"/>
          </a:xfrm>
          <a:prstGeom prst="roundRect">
            <a:avLst>
              <a:gd name="adj" fmla="val 2667"/>
            </a:avLst>
          </a:prstGeom>
          <a:solidFill>
            <a:srgbClr val="DCE8E2"/>
          </a:solidFill>
          <a:ln w="12700">
            <a:solidFill>
              <a:srgbClr val="DCE8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개발지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01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송천1동 (에코시티)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240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행정동 35012650 · 2019년 단지 5개 3,345세대 사용승인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26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PC 2025: K-apt 84,145,683 kWh · 원단위 29.06 · 필요 감축 8,419.5 t · 지역 효율 22.4% · 태양광 16,205.2 kW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8404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E5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/area?region=52110&amp;area=admin:35012650&amp;from=2015&amp;to=2025&amp;window=3&amp;plan=90000&amp;target=20&amp;basis=apartments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429000" y="1417320"/>
            <a:ext cx="2743200" cy="2971800"/>
          </a:xfrm>
          <a:prstGeom prst="roundRect">
            <a:avLst>
              <a:gd name="adj" fmla="val 2667"/>
            </a:avLst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1188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상업지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1801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효자5동 (서부신시가지)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2240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행정동 35011790 · 건물 전체 전력이 공동주택의 약 6.4배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2926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PC 2025: 건축HUB 160,874,572 kWh · 원단위 66.26 · 필요 감축 16,083.5 t · 지역 효율 22.4% · 태양광 30,956.3 kW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38404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E5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/area?region=52110&amp;area=admin:35011790&amp;from=2015&amp;to=2025&amp;window=3&amp;plan=75000&amp;target=20&amp;basis=buildings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355080" y="1417320"/>
            <a:ext cx="5303520" cy="2971800"/>
          </a:xfrm>
          <a:prstGeom prst="roundRect">
            <a:avLst>
              <a:gd name="adj" fmla="val 2462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(측정 가능한 끝)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1920240"/>
            <a:ext cx="4983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T1-a 송천1동 2016~2018 중 12개월 관측 단지가 있는 해 ≥ 2 → 개발 전후 관측 비교가 화면에 나옴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T1-b 효자5동 같은 기간, 자동 개발 연도(2016) 확인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T1-c 두 구역 격자의 탄소공간지도 비율 중앙값 0.6~1.2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T1-d 사례 J01~J14 재계산: 2025 기준 값은 그대로, 전후 값만 관측으로 바뀜 → 비교표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526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864608"/>
            <a:ext cx="5623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scripts\dss.cmd CollectHistory -FromYear 2015 -ToYear 2018 -Datasets kapt_energy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구역 55개 단지 × 48개월 ≈ 2,640건 (하루 한도 5,000 안)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탄소공간지도(팀 데이터셋) 같은 칸 대조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526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개발 과제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4864608"/>
            <a:ext cx="5303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K-apt가 들어오면 전후 문장이 "추정"→"관측"으로 바뀌는지 시험(pytest) 추가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팀원 작업 지시서 · 2026-10-08 · 원문 docs/TEAM_TASKS_2026-10.md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 · 서울 강동구 11740 — 재건축 대단지와 상업지역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PC: 2025 + 건축HUB 2020~2024(10/08). K-apt 과거를 채워 2019 재건축 입주 전후를 본다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743200" cy="2971800"/>
          </a:xfrm>
          <a:prstGeom prst="roundRect">
            <a:avLst>
              <a:gd name="adj" fmla="val 2667"/>
            </a:avLst>
          </a:prstGeom>
          <a:solidFill>
            <a:srgbClr val="DCE8E2"/>
          </a:solidFill>
          <a:ln w="12700">
            <a:solidFill>
              <a:srgbClr val="DCE8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개발지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01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고덕2동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240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행정동 11250560 · 2019년 4,932세대, 2020년 656세대 사용승인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26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PC 2025: K-apt 26,760,667 kWh · 원단위 23.87 · 필요 감축 2,937.7 t · 지역 효율 24.1% · 태양광 5,899.5 kW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8404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E5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/area?region=11740&amp;area=admin:11250560&amp;from=2015&amp;to=2025&amp;window=3&amp;plan=60000&amp;target=20&amp;basis=apartments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429000" y="1417320"/>
            <a:ext cx="2743200" cy="2971800"/>
          </a:xfrm>
          <a:prstGeom prst="roundRect">
            <a:avLst>
              <a:gd name="adj" fmla="val 2667"/>
            </a:avLst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1188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상업지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1801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천호3동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2240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행정동 11250630 · 주된 용도지역이 상업지역인 격자 2개, 상위 격자 52.8 GWh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2926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PC 2025: 건축HUB 107,072,181 kWh · 원단위 78.40 · 필요 감축 10,630.3 t · 지역 효율 22.3% · 태양광 21,348.2 kW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38404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E5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/area?region=11740&amp;area=admin:11250630&amp;from=2015&amp;to=2025&amp;window=3&amp;plan=40000&amp;target=20&amp;basis=buildings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355080" y="1417320"/>
            <a:ext cx="5303520" cy="2971800"/>
          </a:xfrm>
          <a:prstGeom prst="roundRect">
            <a:avLst>
              <a:gd name="adj" fmla="val 2462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(측정 가능한 끝)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1920240"/>
            <a:ext cx="4983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T2-a 고덕2동 2016~2018 vs 2020~2022 전력 비교, 같은 지번 2021→2025 변화율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T2-b 천호3동 건물 전체 2020~2025 추이, 2020년 9·10월 결측 표시 확인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T2-c 둔촌2동을 같은 절차로 → 사례 추가 PR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 값은 기준 PC와 ±0.5%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526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864608"/>
            <a:ext cx="5623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python -m app.cli region-energy-history --region 11740 --years 2024,2023,2022,2021,2020 → 기준 PC 값과 비교 (같은 지번 2021→2025: 고덕2동 93곳 +1.5%, 천호3동 407곳 +7.2%)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K-apt 과거 연도: 지금 일괄 수집은 전주만 → T2-dev1 먼저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둔촌2동(2024년 12,604세대)은 추가 개발지 후보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526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개발 과제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4864608"/>
            <a:ext cx="5303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T2-dev1 collect-history에 --region 추가 (진행 기록 키에 지역 포함, 테스트) — T3·T4도 사용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T2-dev2 "분석연도 자료만" 안내를 실제 수집 연도로 표시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팀원 작업 지시서 · 2026-10-08 · 원문 docs/TEAM_TASKS_2026-10.md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 · 부산 강서구 26440 — 신도시 개발지, 용도지역 분류 점검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PC: 2025 + 건축HUB 2021~2024. 격자 대부분의 주된 용도지역이 "기타"로 나와 상업지를 격자로 골랐다 → 원인 찾기도 과제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743200" cy="2971800"/>
          </a:xfrm>
          <a:prstGeom prst="roundRect">
            <a:avLst>
              <a:gd name="adj" fmla="val 2667"/>
            </a:avLst>
          </a:prstGeom>
          <a:solidFill>
            <a:srgbClr val="DCE8E2"/>
          </a:solidFill>
          <a:ln w="12700">
            <a:solidFill>
              <a:srgbClr val="DCE8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개발지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01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명지1동 (명지국제신도시)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240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행정동 21120590 · 2015~2021 사용승인 17,059세대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26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PC 2025: K-apt 62,822,983 kWh · 원단위 27.54 · 필요 감축 6,155.9 t · 지역 효율 22.1% · 태양광 10,986.7 kW (1,294 kWh/kW)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8404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E5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/area?region=26440&amp;area=admin:21120590&amp;from=2015&amp;to=2025&amp;window=3&amp;plan=60000&amp;target=20&amp;basis=apartments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429000" y="1417320"/>
            <a:ext cx="2743200" cy="2971800"/>
          </a:xfrm>
          <a:prstGeom prst="roundRect">
            <a:avLst>
              <a:gd name="adj" fmla="val 2667"/>
            </a:avLst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1188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상업지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1801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명지1동 상업 중심 격자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2240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cell_1128000_1678500 · 동 안에서 건물 전력 − 공동주택 전력이 가장 큼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2926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PC 2025: 건축HUB 24,162,764 kWh · 원단위 49.07 · 필요 감축 2,729.9 t · 지역 효율 24.6% · 태양광 4,872.2 kW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38404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E5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/area?region=26440&amp;area=grid:cell_1128000_1678500&amp;from=2015&amp;to=2025&amp;window=3&amp;plan=30000&amp;target=20&amp;basis=buildings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355080" y="1417320"/>
            <a:ext cx="5303520" cy="2971800"/>
          </a:xfrm>
          <a:prstGeom prst="roundRect">
            <a:avLst>
              <a:gd name="adj" fmla="val 2462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(측정 가능한 끝)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1920240"/>
            <a:ext cx="4983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T3-a 명지1동 2016년(4,609세대)·2018년(3,729세대) 개발 전후 비교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T3-b 강서 격자 930개 중 "기타"가 대부분인 원인: vworld_zoning_areas zone_name 분포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T3-c 고친 뒤 용도지역 모드로 상업지를 다시 골라 B02와 비교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 값은 기준 PC와 ±0.5%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526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864608"/>
            <a:ext cx="5623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region-energy-history --region 26440 --years 2024,2023,2022,2021,2020 → 기준 PC 값과 비교 (같은 지번 2021→2025: 명지1동 367곳 +60.9%, 상업 격자 7곳 +679.9%)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K-apt 과거 연도 (T2-dev1 이후 collect-history --region 26440)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에코델타시티(강동동, 2024~2025 4,193세대)는 2026년 관측 후보로 기록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526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개발 과제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4864608"/>
            <a:ext cx="5303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T3-b·c: 원자료는 그대로, 집계 규칙에서 상위 구분("도시지역" 등) 처리 + pytest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뒤 상업지역 격자 목록과 B02 비교를 PR 설명에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팀원 작업 지시서 · 2026-10-08 · 원문 docs/TEAM_TASKS_2026-10.md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 · 세종시 36110 — 계획도시, 기준 PC가 아직 준비 중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단지·용도지역은 받음, 건물·지적·대장·에너지는 진행 중 → 기준 PC 값이 없어 예상표가 곧 시험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743200" cy="2971800"/>
          </a:xfrm>
          <a:prstGeom prst="roundRect">
            <a:avLst>
              <a:gd name="adj" fmla="val 2667"/>
            </a:avLst>
          </a:prstGeom>
          <a:solidFill>
            <a:srgbClr val="DCE8E2"/>
          </a:solidFill>
          <a:ln w="12700">
            <a:solidFill>
              <a:srgbClr val="DCE8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개발지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01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해밀동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240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행정동 29010512 · 2020년 3,100 · 2023년 1,604 · 2024년 3,029 · 2025년 1,689세대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26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PC 값 없음 → 4절 공식으로 예상 (공동주택 원단위 24~30, 지역 효율 21~25%)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8404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E5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/area?region=36110&amp;area=admin:29010512&amp;from=2015&amp;to=2025&amp;window=3&amp;plan=60000&amp;target=20&amp;basis=apartments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429000" y="1417320"/>
            <a:ext cx="2743200" cy="2971800"/>
          </a:xfrm>
          <a:prstGeom prst="roundRect">
            <a:avLst>
              <a:gd name="adj" fmla="val 2667"/>
            </a:avLst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1188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상업지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1801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어진동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2240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행정동 29010515 · 격자 11개 중 7개의 주된 용도지역이 상업지역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2926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PC 값 없음 → 건물 전체 원단위 41~78 범위로 예상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38404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E5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/area?region=36110&amp;area=admin:29010515&amp;from=2015&amp;to=2025&amp;window=3&amp;plan=40000&amp;target=20&amp;basis=buildings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355080" y="1417320"/>
            <a:ext cx="5303520" cy="2971800"/>
          </a:xfrm>
          <a:prstGeom prst="roundRect">
            <a:avLst>
              <a:gd name="adj" fmla="val 2462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(측정 가능한 끝)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1920240"/>
            <a:ext cx="4983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T4-a 지역 준비 모든 단계 DONE, check-standard FAIL 0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T4-b 예상표 범위 안이면 "적중", 밖이면 원인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T4-c 두 구역을 사례 파일에 추가(verify-cases --record) → 기준 PC가 같은 묶음으로 일치 확인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T4-d 나성동(격자 101개, 대부분 녹지)은 반경·직접 그리기로 상업 중심만 골라 비교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526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864608"/>
            <a:ext cx="5623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전국 지역 → 세종 → 상세 자료 수집 (또는 prepare-region --region 36110)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region-energy-history --region 36110, K-apt 과거 연도(T2-dev1 이후)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일사량 ERA5 이미 있음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526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개발 과제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4864608"/>
            <a:ext cx="5303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T4-c 사례 추가 + 테스트 PR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필요하면 생활권 단위 구역 고르기 기능 제안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팀원 작업 지시서 · 2026-10-08 · 원문 docs/TEAM_TASKS_2026-10.md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예상값 만드는 법 (수집 전에)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공식과 기준 PC 참고 범위로 숫자를 먼저 적고, "예상 근거" 열에 어떤 공식·참고값을 썼는지 남긴다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48920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참고 범위 (기준 PC 2025)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공동주택 원단위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단지 전력 ÷ 단지 연면적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24~30 kWh/m² (송천1동 29.06, 명지1동 27.54, 고덕2동 23.87)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건물 전체 원단위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건축HUB 전력 ÷ 대장 연면적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41~78 kWh/m² (효자5동 66.26, 천호3동 78.40, 강서 격자 49.07)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전력 E_b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원단위 × 연면적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 부하 비율 r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원단위 × 추가 연면적 ÷ E_b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 대부분 0.02~0.07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전체 효율 (목표 t)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1 − (1 − t) ÷ (1 + r)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5D5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 = 20%면 21~25% (사례 21.0~24.6%)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 감축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E_b × (t + r) kWh → × 0.4330 ÷ 1,000 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태양광 kW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E_b × (t + r) ÷ (일사량 × 0.80)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1,150 (서울) ~ 1,294 (부산) kWh/kW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전후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사용승인 세대가 늘면 전력 +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송천1동 연면적 +28.1% → +15.4 GWh/년 (추정)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탄소공간지도 비율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도구 ÷ 탄소공간지도 (같은 칸)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중앙값 0.67~0.76 (전주)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989320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예상이 틀려도 괜찮다. 왜 다른지(자료 범위, 단지 연면적 누락, 기상, 미보고 월)를 찾는 것이 목표.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팀원 작업 지시서 · 2026-10-08 · 원문 docs/TEAM_TASKS_2026-10.md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후 비교와 합격 기준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비교표 템플릿 docs/team/비교표_템플릿.csv (88행: 과제 8구역 × 지표 11개, 기준 PC 값 미리 채움)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47091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다르면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 (G3)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VerifyCases 전부 일치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지문 다름 → 묶음 날짜 / 값만 다름 → 코드 판 (git pull · Rebuild)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 값 vs 기준 PC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±0.5% (같은 API·도구)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1% 넘으면 받은 날짜·제공기관 갱신·누락 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 vs 수집 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원단위 ±25%, 지역 효율 ±2%p, 태양광 ±15%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 기록 (범위, 연면적 누락, 기상 등)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 완결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12개월 계측 지번 &gt; 0, 구역 단지 12개월 관측 ≥ 80%, FAIL 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미보고·이상값 수와 이유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탄소공간지도 대조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칸 비율 중앙값 0.6~1.2, 로그 상관 ≥ 0.8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단독주택·산업단지 칸 따로 표시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보고서 3개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SHA-256, 감축 문장에 기준 건물·연도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AI 불채택 사유 기록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비교표 열: 과제 · 사례ID · 지역코드 · 구역 · 지표 · 단위 · 예상값(수집 전) · 예상 근거 · 기준 PC 값 · 수집 후 값 · 차이(%) · 허용 범위 · 판정 · 원인·메모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팀원 작업 지시서 · 2026-10-08 · 원문 docs/TEAM_TASKS_2026-10.md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Claude로 개발하기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폴더에서 Claude Code를 열면 CLAUDE.md → AGENTS.md → DATA_STANDARD.md를 먼저 읽는다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4754880" cy="4846320"/>
          </a:xfrm>
          <a:prstGeom prst="roundRect">
            <a:avLst>
              <a:gd name="adj" fmla="val 1538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544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57400"/>
            <a:ext cx="4343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브랜치 team/&lt;이름&gt;-&lt;주제&gt; → 테스트 → push → PR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직접 푸시·강제 푸시 금지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테스트: api pytest, scripts\dss.cmd FrontendTest, VerifyCases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시험이 실제 DB에 행을 남기지 않게 (사례 검증은 읽기만)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.env·data/·국토통계지도는 커밋하지 않음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원자료는 고치지 않고 규칙·표시로 해결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532120" y="14630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붙여 쓰는 요청 예시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532120" y="1920240"/>
            <a:ext cx="6126480" cy="1325880"/>
          </a:xfrm>
          <a:prstGeom prst="roundRect">
            <a:avLst>
              <a:gd name="adj" fmla="val 5517"/>
            </a:avLst>
          </a:prstGeom>
          <a:solidFill>
            <a:srgbClr val="1F3A33"/>
          </a:solidFill>
          <a:ln w="12700">
            <a:solidFill>
              <a:srgbClr val="1F3A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15000" y="2011680"/>
            <a:ext cx="5760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docs/TEAM_TASKS_2026-10.md의 T3(부산 강서) 과제를 한다. DATA_STANDARD 0절대로 범위를 한 줄로 적고, 4절 공식으로 명지1동·상업 중심 격자의 예상표(docs/team/26440_강서_예상.csv)를 비교표 템플릿 형식으로 만들어 커밋해라. 수집은 아직 하지 마라.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32120" y="3383280"/>
            <a:ext cx="6126480" cy="1325880"/>
          </a:xfrm>
          <a:prstGeom prst="roundRect">
            <a:avLst>
              <a:gd name="adj" fmla="val 5517"/>
            </a:avLst>
          </a:prstGeom>
          <a:solidFill>
            <a:srgbClr val="1F3A33"/>
          </a:solidFill>
          <a:ln w="12700">
            <a:solidFill>
              <a:srgbClr val="1F3A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15000" y="3474720"/>
            <a:ext cx="5760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강서구 격자의 주된 용도지역이 대부분 OTHER로 나온다. vworld_zoning_areas의 zone_name 분포를 세고 원인을 찾아라. 원자료는 고치지 말고 집계 규칙만 고치고 pytest를 추가해라.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32120" y="4846320"/>
            <a:ext cx="6126480" cy="1325880"/>
          </a:xfrm>
          <a:prstGeom prst="roundRect">
            <a:avLst>
              <a:gd name="adj" fmla="val 5517"/>
            </a:avLst>
          </a:prstGeom>
          <a:solidFill>
            <a:srgbClr val="1F3A33"/>
          </a:solidFill>
          <a:ln w="12700">
            <a:solidFill>
              <a:srgbClr val="1F3A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15000" y="4937760"/>
            <a:ext cx="5760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수집이 끝났다. verify-cases --only B01,B02로 다시 계산하고 예상표와 비교해 docs/team/26440_강서_비교.csv를 채워라. 허용 범위를 넘는 항목은 원인을 조사해 적어라.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팀원 작업 지시서 · 2026-10-08 · 원문 docs/TEAM_TASKS_2026-10.md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일정과 체크리스트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일정 (D0 = 시작일)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675120" cy="731520"/>
          </a:xfrm>
          <a:prstGeom prst="roundRect">
            <a:avLst>
              <a:gd name="adj" fmla="val 10000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630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4630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묶음 가져오기 + VerifyCases 전부 일치, 범위 한 줄, 예상표 커밋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66751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3317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D1~D3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3317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(일일 한도로 나눠서), check-standard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6675120" cy="731520"/>
          </a:xfrm>
          <a:prstGeom prst="roundRect">
            <a:avLst>
              <a:gd name="adj" fmla="val 10000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2004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3200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계산·보고서 3개, 비교표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66751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0690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069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개발 PR, 작업 기록, ExportBundle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6675120" cy="731520"/>
          </a:xfrm>
          <a:prstGeom prst="roundRect">
            <a:avLst>
              <a:gd name="adj" fmla="val 10000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937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49377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회의: 지역별 예상 vs 결과 (지역당 5분)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452360" y="1463040"/>
            <a:ext cx="4206240" cy="4754880"/>
          </a:xfrm>
          <a:prstGeom prst="roundRect">
            <a:avLst>
              <a:gd name="adj" fmla="val 1739"/>
            </a:avLst>
          </a:prstGeom>
          <a:solidFill>
            <a:srgbClr val="DCE8E2"/>
          </a:solidFill>
          <a:ln w="12700">
            <a:solidFill>
              <a:srgbClr val="DCE8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0" y="1600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전 체크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2103120"/>
            <a:ext cx="3794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예상표 커밋 시각 &lt; 첫 수집 시각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check-standard FAIL 0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2025 값 ±0.5% (기준 PC 있는 지역)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비교표 판정·원인 빈칸 없음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보고서 3개 + SHA-256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ExportBundle zip + sha256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PR 테스트 통과, .env·data 미포함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3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문서와 명령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6E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기준(유일한 원본)  docs/DATA_STANDARD.md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6E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원문  docs/TEAM_TASKS_2026-10.md · 비교표 docs/team/비교표_템플릿.csv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6E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  docs/USER_MANUAL.md (PDF docs/manual/) · 재현 docs/TEAM_SETUP.md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6E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 backend/cases/simulation_cases.json (25개, 기준 PC 값·근거 문장)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6E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6E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scripts\dss.cmd Doctor · ImportBundle · MergeBundle -DryRun · VerifyCases · ExportBundle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6E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python -m app.cli check-standard · verify-cases --only &lt;ID&gt; · region-energy-history --region &lt;코드&gt;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 Urban DSS 팀원 작업 지시서</dc:title>
  <dc:subject>PptxGenJS Presentation</dc:subject>
  <dc:creator>PptxGenJS</dc:creator>
  <cp:lastModifiedBy>PptxGenJS</cp:lastModifiedBy>
  <cp:revision>1</cp:revision>
  <dcterms:created xsi:type="dcterms:W3CDTF">2026-10-08T09:19:38Z</dcterms:created>
  <dcterms:modified xsi:type="dcterms:W3CDTF">2026-10-08T09:19:38Z</dcterms:modified>
</cp:coreProperties>
</file>