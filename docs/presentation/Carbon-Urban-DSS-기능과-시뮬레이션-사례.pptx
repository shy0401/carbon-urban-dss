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33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F3A33"/>
                </a:solidFill>
                <a:latin typeface="Malgun Gothic"/>
              </a:rPr>
              <a:t>필요 감축량 (tCO2eq/년)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필요 감축량 (t/년)</c:v>
                </c:pt>
              </c:strCache>
            </c:strRef>
          </c:tx>
          <c:spPr>
            <a:solidFill>
              <a:srgbClr val="2F5D50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6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J01 송천1동
공동주택</c:v>
                  </c:pt>
                  <c:pt idx="1">
                    <c:v>J02 송천1동
건물 전체</c:v>
                  </c:pt>
                  <c:pt idx="2">
                    <c:v>J03 효자5동
건물 전체</c:v>
                  </c:pt>
                  <c:pt idx="3">
                    <c:v>J04 상업지역
건물 전체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8419.5</c:v>
                </c:pt>
                <c:pt idx="1">
                  <c:v>16720.2</c:v>
                </c:pt>
                <c:pt idx="2">
                  <c:v>16083.5</c:v>
                </c:pt>
                <c:pt idx="3">
                  <c:v>27595.9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1C26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5B55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5D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33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F3A33"/>
                </a:solidFill>
                <a:latin typeface="Malgun Gothic"/>
              </a:rPr>
              <a:t>목표 −20%에 필요한 지역 전체 효율 개선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지역 전체 효율 개선 (%)</c:v>
                </c:pt>
              </c:strCache>
            </c:strRef>
          </c:tx>
          <c:spPr>
            <a:solidFill>
              <a:srgbClr val="2F5D5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J01 전주 송천1동</c:v>
                  </c:pt>
                  <c:pt idx="1">
                    <c:v>J03 전주 효자5동</c:v>
                  </c:pt>
                  <c:pt idx="2">
                    <c:v>S01 수원 광교1동</c:v>
                  </c:pt>
                  <c:pt idx="3">
                    <c:v>S02 수원 인계동</c:v>
                  </c:pt>
                  <c:pt idx="4">
                    <c:v>G01 강동 고덕2동</c:v>
                  </c:pt>
                  <c:pt idx="5">
                    <c:v>G02 강동 천호3동</c:v>
                  </c:pt>
                  <c:pt idx="6">
                    <c:v>B01 강서 명지1동</c:v>
                  </c:pt>
                  <c:pt idx="7">
                    <c:v>B02 강서 상업 격자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22.4</c:v>
                </c:pt>
                <c:pt idx="1">
                  <c:v>22.4</c:v>
                </c:pt>
                <c:pt idx="2">
                  <c:v>22</c:v>
                </c:pt>
                <c:pt idx="3">
                  <c:v>21.5</c:v>
                </c:pt>
                <c:pt idx="4">
                  <c:v>24.1</c:v>
                </c:pt>
                <c:pt idx="5">
                  <c:v>22.3</c:v>
                </c:pt>
                <c:pt idx="6">
                  <c:v>22.1</c:v>
                </c:pt>
                <c:pt idx="7">
                  <c:v>24.6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5B55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순서: 무엇을 만들었는지 → 데이터와 계산 흐름 → 지역을 골라 돌린 사례(개발지·상업지, 3개 도시) → 3D와 보고서 → 다른 PC에서 같은 결과가 나오는지 확인한 방법 → 한계.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2026-10-08 03:26 PC DB에서 verify-cases로 기록한 값이고, 05:20 자료 묶음에서 같은 값으로 다시 기록했습니다. 25/25는 ① 폴더 이동 뒤 같은 PC 새 프로세스, ② 깨끗한 clone + 별도 Docker 프로젝트에 묶음을 가져온 새 PC 모의 점검(2차)의 결과입니다. 1차 모의 점검은 12/25였고 원인(수집 완료 표시 파일 누락)을 고친 뒤 통과했습니다. 실제 다른 PC 확인은 팀원 과제(G3)입니다.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출처·단위·기준 시점·하지 않는 것은 docs/DATA_STANDARD.md가 유일한 기준입니다. 보고서 숫자는 계산 엔진의 근거 문장에서만 나오고, 로컬 AI 문장은 숫자 검증을 통과할 때만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부산 강서는 오늘 새벽 준비가 끝났고, 세종은 지금 준비 중입니다. 과거 연도 건축HUB(2020~2024)는 강동·강서·세종에 대해 이어서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전국 지역 화면: 오른쪽 목록에서 준비 완료 지역(강동·수원·전주·강서)을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사례 입력은 backend/cases/simulation_cases.json에 화면이 보내는 값 그대로 저장되어 있습니다. 매뉴얼 5절에 사례마다 입력 순서와 사례 링크, 나와야 하는 결과를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신축 건물만으로는 743%를 줄여야 해서 불가능하고, 지역 공동주택 전체가 22.4% 줄이거나 태양광 약 16MW가 필요합니다. 숫자는 화면과 verify-cases 기록이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2016~2018 K-apt가 아직 없어 관측 전후 비교 대신 연면적 추정을 씁니다. 과거 수집이 끝나면 같은 사례가 관측 비교로 바뀌고, 그때 사례 값도 다시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J02는 J01과 지역·입력이 같고 기준 건물만 바꾼 사례입니다. 효자5동은 건물 전체 전력이 K-apt 단지 전력의 약 6.4배입니다.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 에너지는 이 격자의 관측 월별 원단위 × 계획 연면적 × 효율 계수이고, 전력은 태양광 대체율만큼 줄입니다. 녹지 비율은 공간 제약에만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J08은 J06과 입력이 같고 대지 위치만 다릅니다. 탄소 값은 같고 법적 상한만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효율 1.0, 태양광 0(계획안 A 입력 그대로)에서 탐색한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격자 보고서의 A·B 표시는 고른 순서입니다. 이번 사례는 A 일반이 대안 1, C 고효율이 대안 2입니다.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지역 효율 = 1 − (1 − 목표)/(1 + 추가 부하 비율)이라 목표 20%에서는 20~25% 범위가 나옵니다. 이 성질을 팀원 과제의 예상값 검산에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VerifyBundle은 깨끗한 git clone + 별도 Docker 프로젝트에 묶음을 가져와 같은 비교를 합니다. 다른 PC에서의 확인은 팀원이 묶음을 가져올 때 자동으로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모의 점검이 실제로 문제를 잡아낸 사례입니다. 행 수가 모두 같아도 계산이 DB 밖 파일을 읽으면 결과가 달라질 수 있어, 그 파일을 묶음에 넣고 자료 지문에 포함했습니다. 2차는 묶음 carbon-dss-bundle-20261008-050941(약 2.5GB, SHA-256 3cd08231…)로 25/25 일치했습니다. 새 PC 모의는 같은 PC 안의 별도 폴더·별도 Docker 프로젝트라 그래픽·CPU 같은 하드웨어 차이는 확인하지 못했습니다.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과제는 별도 자료(팀원 작업 지시서)에 지역·구역·목표·예상 범위·합격 기준을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질의응답.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9FB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에너지로 보는 도시 탄소와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시뮬레이션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8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 · 지역을 골라 직접 돌려 본 사례 25개 · 보고서와 3D · 다른 PC 재현 점검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743200" cy="0"/>
          </a:xfrm>
          <a:prstGeom prst="line">
            <a:avLst/>
          </a:prstGeom>
          <a:noFill/>
          <a:ln w="25400">
            <a:solidFill>
              <a:srgbClr val="C98A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2026-10-08 · PC 실데이터(전주·수원·서울 강동·부산 강서) 기준 · 입력값은 예시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에너지 → 탄소 계산 → 개발 전후·감축 역산·3D 계획안 → 근거가 고정된 보고서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4곳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자료 준비 완료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 · 수원 · 서울 강동 · 부산 강서 (+세종 준비 중)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25개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시뮬레이션 사례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개발지·상업지, 4개 도시, 7종 계산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25/25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재계산 일치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뒤 같은 PC · 새 PC 모의 2차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0" y="1600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0행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2402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시험이 남긴 DB 행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514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검증은 읽기만, 촬영 행은 id로 삭제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11109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154680"/>
            <a:ext cx="11109960" cy="3063240"/>
          </a:xfrm>
          <a:prstGeom prst="roundRect">
            <a:avLst>
              <a:gd name="adj" fmla="val 2388"/>
            </a:avLst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42900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34015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시뮬레이션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34015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행정동·반경·용도지역·격자를 골라 2015~2025 전력·개발 이력·전후 비교, 목표 감축률의 필요 노력(효율·재생에너지·태양광 kW)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11480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4087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시뮬레이션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40873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대지를 지도에 놓고 층수·동수·효율·태양광 입력 → 연간 전력·가스·탄소, 용도지역·조례 상한 1차 확인, 최적안 탐색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371600" y="4773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566160" y="4773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보고서(계획안 최대 3개 비교, 3D 장면 포함), 지역 보고서. 숫자는 계산 엔진 근거 문장에서만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" y="548640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5458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3566160" y="5458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파일 + verify-cases 명령 + 사례 링크 + 자료 묶음에 기준값 동봉 → 다른 PC에서 같은 값인지 자동 비교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→ 계산 → 결과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숫자는 관측 → 계산 → 추정 → 시나리오로 종류를 나눠 표시하고, 없는 값은 0이 아니라 "자료 없음"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4663440"/>
          </a:xfrm>
          <a:prstGeom prst="roundRect">
            <a:avLst>
              <a:gd name="adj" fmla="val 2807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자료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 지번×월 전력·가스 (2020~)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K-apt 단지×월 관리비 에너지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 연면적·사용승인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VWorld 용도지역·건물·지적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SGIS 인구·가구·격자 통계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ASOS/ERA5 기상·일사량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GIR 전력 배출계수, 도시 조례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4663440"/>
          </a:xfrm>
          <a:prstGeom prst="roundRect">
            <a:avLst>
              <a:gd name="adj" fmla="val 2807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수집·저장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4884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scripts\dss.cmd 수집기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data/raw + SHA-256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PostgreSQL/PostGIS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500m 격자(EPSG:5179)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지번→필지 대표점→격자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데이터 기준 점검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61888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4663440"/>
          </a:xfrm>
          <a:prstGeom prst="roundRect">
            <a:avLst>
              <a:gd name="adj" fmla="val 2807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엔진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14884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완비 지번만 연간 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원단위 = kWh ÷ 대장 연면적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= kWh × 그해 계수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전후 앞뒤 평균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감축 역산(BAU·목표)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태양광 = 일사량 × 0.80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96528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052560" y="1463040"/>
            <a:ext cx="2606040" cy="4663440"/>
          </a:xfrm>
          <a:prstGeom prst="roundRect">
            <a:avLst>
              <a:gd name="adj" fmla="val 2807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14884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지도·대시보드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시뮬레이션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계획안·법적 상한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최적안 탐색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격자·지역 보고서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검증(verify-cases)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범위 (2026-10-08)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자료가 있는 지역은 계산이 관측 기반, 나머지는 전국 공통 자료로 기본 지도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920240"/>
                <a:gridCol w="1828800"/>
                <a:gridCol w="169164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건축HUB 지번 에너지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K-apt 단지 에너지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대장·용도지역·건물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일사량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전주시 52110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완료 (기본)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2020~2025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2019(일부)~2025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ASOS 관측 1,500 kWh/m²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수원시 41110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완료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ERA5 1,470 kWh/m²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강동구 11740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완료 (10/08)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ERA5 1,438 kWh/m²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 강서구 26440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완료 (10/08)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(용도지역 점검)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ERA5 1,618 kWh/m²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세종시 36110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ERA5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완주군 52710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준비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대장 재시도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ERA5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전국 시·군·구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단지 목록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건축HUB는 2020-01 사용분부터 제공, 단독주택·200세대 미만 공동주택은 제공 범위 밖 → 지역 총량보다 작음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K-apt 2015~2018은 하루 호출 한도(5,000건)로 이어 받는 중 → 화면에 "자료 없음"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계수: 2025년 0.4330 (GIR 2025 승인), 가스는 가정 계수 0.1826으로 따로 표시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위쪽 분석 범위(시·도 → 시·군·구 → 연도)를 바꾸면 모든 메뉴가 그 지역 자료로 계산</a:t>
            </a:r>
            <a:endParaRPr lang="en-US" sz="1300" dirty="0"/>
          </a:p>
        </p:txBody>
      </p:sp>
      <p:pic>
        <p:nvPicPr>
          <p:cNvPr id="6" name="Image 0" descr="manual/m11-reg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8780"/>
            <a:ext cx="69494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68780"/>
            <a:ext cx="6949440" cy="434340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331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전국 지역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시·군·구 개요, 준비한 지역 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 · 지도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격자 전력·가스·탄소·인구 지표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· 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검색, 원단위 모델 교차검증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시뮬레이션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과거·개발 전후·감축 노력, 지역 보고서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시뮬레이션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계획안, 법적 상한, 최적안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데이터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자료 전부 수집, 파일 올리기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보고서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계획안 최대 3개 비교 보고서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안내, 데이터 기준 점검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고른 지역과 사례 25개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도시마다 개발지 1곳 + 상업지 1곳, 같은 입력을 다른 PC에서도 그대로 다시 계산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  <a:gridCol w="2926080"/>
                <a:gridCol w="2514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개발지 (신도시·재건축)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 52110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덕진구 송천1동 · 에코시티 (2019 입주)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완산구 효자5동 · 서부신시가지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J01~J14 (지역·3D·최적안·상한·보고서)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수원 41110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영통구 광교1동 · 광교신도시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팔달구 인계동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S01~S03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강동 11740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고덕2동 · 재건축 대단지 (2019 입주)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천호3동 · 상업지역 격자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G01~G02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 강서 26440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명지1동 · 명지국제신도시 (2015~2021)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명지1동 상업 중심 격자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B01~B02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지문 D01~D04: 계산이 읽는 행 수·합계 (자료가 같은지 먼저 확인)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805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4553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873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J01–J05 S01 S02 G01 G02 B01 B02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44805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4553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계획안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4873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J06 J07 J08 J10 S03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63056" y="44805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7648" y="4553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최적안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27648" y="4873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J09 J11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970264" y="44805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34856" y="4553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상한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34856" y="4873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J12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376672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" y="54498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보고서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" y="5769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J13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55848" y="5376672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20440" y="54498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보고서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5769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J14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63056" y="5376672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27648" y="54498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지문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327648" y="5769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D01–D04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J01 전주 송천1동(에코시티): 9만 m² 더 짓고 20% 줄이려면?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시뮬레이션 · 행정동 · 2015~2025 · 기준 건물 공동주택(K-apt) · 태양광 발전량은 지역 일사량 추정</a:t>
            </a:r>
            <a:endParaRPr lang="en-US" sz="1300" dirty="0"/>
          </a:p>
        </p:txBody>
      </p:sp>
      <p:pic>
        <p:nvPicPr>
          <p:cNvPr id="6" name="Image 0" descr="manual/m01f-eff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869" y="1371600"/>
            <a:ext cx="5890661" cy="4937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0869" y="1371600"/>
            <a:ext cx="5890661" cy="493776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41732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2025 전력 탄소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36,435.1 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후 (대책 없음)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37,567.6 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(−20%)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29,148.1 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감축량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8,419.5 t/년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신축만 효율화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743.4% → 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전체 효율 개선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D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22.4%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재생에너지 상쇄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19,444,649 kWh/년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태양광 설비 (추정)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16,205.2 kW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452360" y="5166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태양광: 2025 ASOS 전주 일사량 1,500 kWh/m² × 성능비 0.80 = 1,199.9 kWh/kW·년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452360" y="5760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5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사례 링크 /area?region=52110&amp;area=admin:35012650&amp;plan=90000&amp;target=20&amp;basis=apartments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J01 과거: 2019년 에코시티 입주 전후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관측이 없는 해는 0이 아니라 "자료 없음", 부족분은 연면적 × 지역 원단위 추정(점선)으로 보완</a:t>
            </a:r>
            <a:endParaRPr lang="en-US" sz="1300" dirty="0"/>
          </a:p>
        </p:txBody>
      </p:sp>
      <p:pic>
        <p:nvPicPr>
          <p:cNvPr id="6" name="Image 0" descr="manual/m01c-char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491" y="1371600"/>
            <a:ext cx="4045578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60491" y="1371600"/>
            <a:ext cx="4045578" cy="498348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pic>
        <p:nvPicPr>
          <p:cNvPr id="8" name="Image 1" descr="manual/m01e-before-aft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529" y="1371600"/>
            <a:ext cx="5234343" cy="3291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12529" y="1371600"/>
            <a:ext cx="5234343" cy="329184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4800600"/>
            <a:ext cx="5257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연도 자동 선택: 2019년 단지 5개 3,345세대 사용승인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단지 연면적 +527,251 m² (+28.1%) → 전력 약 +15,377,255 kWh/년 (추정값)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K-apt 12개월 관측 전력 2019 14.4 GWh → 2025 84.1 GWh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 같은 지번 2021→2025: 414곳 +65.2% (한 해만 계측 지번은 따로 적음)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20%라도 기준 건물에 따라 필요한 양이 2배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J01·J02 (같은 개발지) · J03 효자5동, J04 상업지역 격자 18개 (상업지는 건물 전체 기준)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463040"/>
          <a:ext cx="4114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25880"/>
                <a:gridCol w="96012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전력 2025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효율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태양광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84.1 GWh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22.4%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16,205 kW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J02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171.9 GWh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21.9%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32,182 kW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J03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160.9 GWh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22.4%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30,956 kW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J04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299.2 GWh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53,114 kW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543800" y="37947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감축률(%)은 비슷하지만 t·kW는 기준 범위에 비례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상업지는 상가·업무 부하가 커서 K-apt(공동주택) 기준이면 실제 부하의 일부만 봄 → 건물 전체 기준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보고서에는 기준 건물과 기준 연도를 항상 함께 적음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J06·J07 3D 계획안: 같은 배치에서 효율·태양광만 바꾸면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에코시티 격자 · 대지를 3종일반주거 부지로 옮김 · 4만 m² 대지, 10동 × 15층, 1,000세대</a:t>
            </a:r>
            <a:endParaRPr lang="en-US" sz="1300" dirty="0"/>
          </a:p>
        </p:txBody>
      </p:sp>
      <p:pic>
        <p:nvPicPr>
          <p:cNvPr id="6" name="Image 0" descr="manual/m07b-3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801" y="1371600"/>
            <a:ext cx="3770237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03801" y="1371600"/>
            <a:ext cx="3770237" cy="498348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417320"/>
          <a:ext cx="6400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40280"/>
                <a:gridCol w="2240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일반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고효율 0.8 + 태양광 15%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 · 용적률 · 건폐율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90,000 m² · 225% · 15%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전력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3,320,137.9 kWh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2,257,693.7 kWh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가스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4,339,656.2 kWh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3,471,725.0 kWh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전체 탄소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2,230.0 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1,611.5 t (−27.7%)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탄소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892.0 kg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644.6 kg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조례 상한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용적률 300.31% · 건폐율 50.02% → 이내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257800" y="44805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3D: 시점·일조(동지·춘분·하지)·그림자·배치 회전·대지 옮기기, "보고서용 장면 저장"으로 보고서에 그림을 붙임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"현재"(격자 관측 10,321 t)와 계획안의 차이는 감축이 아니라 규모 차이 → 계획안끼리 비교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링크로 열면 대지 위치·입력값까지 그대로: /simulation?region=52110&amp;grid=cell_966500_1764500&amp;site=127.132190,35.880124,0&amp;…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계획안, 대지·지역이 바뀌면 상한 판정이 달라짐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용적률 225% 계획 · 대지 용도지역 면적 가중 조례 상한 (지구단위계획이 우선, 인허가 판단 아님)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246120"/>
                <a:gridCol w="173736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용도지역 (대지 비율)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조례 상한 용적률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J06 전주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에코시티 3종일반주거 부지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제3종일반주거 99.85%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300.31%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D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J08 전주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격자, 격자 중심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자연녹지 65.81% 포함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168.38%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S03 수원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수원 기본 대상지 격자 중심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3종일반주거 79.8% · 자연녹지 19.1%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205.11%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J10 전주 상업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서부신시가지 중심상업 (750% 계획)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중심상업 100%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manual/m10d-zon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31920"/>
            <a:ext cx="5762393" cy="2423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931920"/>
            <a:ext cx="5762393" cy="242316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629400" y="40233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 → 시행령 → 국토계획법 제79조 순으로 상한을 찾음 (전주·수원·서울·부산·세종 조례 수집)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지구단위계획구역·개발제한구역이 대지에 걸치면 표시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수원 S03: 같은 계획이라도 수원시 조례·자연녹지 때문에 초과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J09·J11 최적안 탐색: 상한 안에서 탄소가 적은 배치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세대·인구 조건을 만족하는 층수·동수 조합을 모두 계산 (결정론적 계산, 같은 입력이면 같은 순서)</a:t>
            </a:r>
            <a:endParaRPr lang="en-US" sz="1300" dirty="0"/>
          </a:p>
        </p:txBody>
      </p:sp>
      <p:pic>
        <p:nvPicPr>
          <p:cNvPr id="6" name="Image 0" descr="manual/m07d-optimiz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3906"/>
            <a:ext cx="6949440" cy="36129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93906"/>
            <a:ext cx="6949440" cy="3612987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1208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463040"/>
                <a:gridCol w="3200400"/>
                <a:gridCol w="3154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/ 적합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탄소 최소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수용량 최대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J09 개발지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900세대·2,200명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1,748 / 165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21층×6동 900세대 189% 1,873 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30층×5동 1,071세대 225% 2,230 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J11 상업지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500세대·1,200명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190 / 38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28층×1동 500세대 420% 1,202 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33층×1동 589세대 495% 1,417 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726680" y="14630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조건을 입력에 적용"으로 3D에 바로 반영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후보는 조례 상한 안만 (전주 3종: 300.31%, 중심상업: 700%)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목적값은 연간 전체 탄소(전력+가스), 동률은 총량·동수·층수 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보고서: 숫자는 계산 엔진의 근거 문장에서만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J13 격자 보고서(계획안 A·C, 3D 장면 포함) · J14 지역 보고서(근거 문장 23개)</a:t>
            </a:r>
            <a:endParaRPr lang="en-US" sz="1300" dirty="0"/>
          </a:p>
        </p:txBody>
      </p:sp>
      <p:pic>
        <p:nvPicPr>
          <p:cNvPr id="6" name="Image 0" descr="manual/m08a-re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98" y="1371600"/>
            <a:ext cx="2654245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04598" y="1371600"/>
            <a:ext cx="2654245" cy="498348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pic>
        <p:nvPicPr>
          <p:cNvPr id="8" name="Image 1" descr="manual/m08c-compa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28517"/>
            <a:ext cx="3657600" cy="253792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97680" y="1428517"/>
            <a:ext cx="3657600" cy="2537927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pic>
        <p:nvPicPr>
          <p:cNvPr id="10" name="Image 2" descr="manual/m02a-area-repor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718" y="1371600"/>
            <a:ext cx="2391324" cy="26974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702718" y="1371600"/>
            <a:ext cx="2391324" cy="269748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297680" y="4206240"/>
            <a:ext cx="7360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7장 구성: 검토 요약 · 대상지 개요 · 에너지·탄소 현황 · 계획안 비교 · 해석 범위 · 출처 · 재현 정보(보고서 ID, 근거 SHA-256)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AI(carbon-area-narrator-v2)는 문장만: 숫자·연도·증감 방향·감축 기준 중 하나라도 다르면 버리고 검증된 서식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내려받기·인쇄(PDF), 저장된 보고서는 이후 수집으로 바뀌지 않음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수원·서울 강동·부산 강서에서도 같은 절차, 같은 화면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지역을 바꾸면 조례·용도지역·관측 원단위·일사량이 모두 그 지역 것으로 바뀜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57607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1051560"/>
                <a:gridCol w="1143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감축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태양광 (추정)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S01 광교1동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공동주택 55.1 GWh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5,385.1 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10,571.8 kW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S02 인계동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전체 234.3 GWh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22,275.9 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43,731.3 kW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G01 고덕2동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공동주택 26.8 GWh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2,937.7 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5,899.5 kW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G02 천호3동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전체 107.1 GWh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10,630.3 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21,348.2 kW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B01 명지1동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공동주택 62.8 GWh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6,155.9 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10,986.7 kW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B02 상업 격자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전체 24.2 GWh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2,729.9 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4,872.2 kW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537960" y="4526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태양광 발전량(ERA5 대체, 추정값): 수원 1,470 kWh/m² → 1,176.4 kWh/kW, 강동 1,438 → 1,150.0, 강서 1,618 → 1,294.0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연면적이 기존 연면적의 몇 %든, 목표 20%면 지역 효율은 20%를 조금 넘는 값 → 팀원 예상값 검산에 사용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강동은 2025년만 관측: 과거 수집 후 개발 전후 관측 비교 가능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PC에서도 같은 결과: 무엇을 맞추고 어떻게 확인하나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코드(커밋) + 같은 자료(묶음) + 같은 입력(사례 파일·링크) → verify-cases가 값·근거 문장을 비교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4630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ExportBundle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4630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덤프와 같은 순간에 사례 25개를 계산해 묶음에 simulation_cases.json으로 동봉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3317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ImportBundle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3317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PC에 복원 → 행 수 비교 → 화면 확인 → 묶음의 사례를 다시 계산해 비교 (25/25 match)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20040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VerifyCases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2004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다시: scripts\dss.cmd VerifyCases [-CasesPath &lt;json&gt;]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0690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링크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406908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"링크 복사": 지역·구역·대지 위치·입력값을 주소로 전달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06640" y="1417320"/>
            <a:ext cx="4251960" cy="3474720"/>
          </a:xfrm>
          <a:prstGeom prst="roundRect">
            <a:avLst>
              <a:gd name="adj" fmla="val 2105"/>
            </a:avLst>
          </a:prstGeom>
          <a:solidFill>
            <a:srgbClr val="1F3A33"/>
          </a:solidFill>
          <a:ln w="12700">
            <a:solidFill>
              <a:srgbClr val="1F3A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15544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[일치] D01 전주시 자료 지문 — 값 25개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[일치] J01 송천1동 … — 값 54개, 근거 문장 23개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[일치] J06 계획안 A … — 값 22개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[일치] J13 격자 보고서 … — 근거 문장 22개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결과: 25개 사례 모두 일치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74920"/>
            <a:ext cx="11109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읽기만: 계획안·보고서를 저장하지 않음 (격자 보고서의 계획안은 세션 안에서만 쓰고 되돌림)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상대 오차 10⁻⁶ 안, 근거 문장은 글자까지 같아야 일치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지문(D01~D04)이 다르면 "계산이 아니라 자료가 다름"을 바로 알려 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점검 기록은 다음 장: 새 PC 모의 1차에서 묶음에 빠진 파일을 찾아 고친 뒤 다시 확인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점검 기록 (2026-10-08)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PC 새 프로세스 → 프로젝트 이동 뒤 → 새 PC 모의(깨끗한 clone + 별도 Docker 프로젝트 + 묶음 가져오기)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DB, 새 프로세스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직후 다시 계산 (사례 22개였던 시점)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22/22 일치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다를 때 (음성 시험)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시점이 다른 기준값과 비교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일치 · 7 다름 → "자료가 다름" 안내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이동 (C: → F:) 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PC, 이동한 폴더에서 verify-cases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25/25 일치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PC 모의 1차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VerifyBundle: clone 6058e69 + 별도 Docker 프로젝트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23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수 59표 같음, 사례 12/25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PC 모의 2차 (수정 뒤)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VerifyBundle: clone 0815161, 묶음 05:09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25/25 일치, 화면 확인 통과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다른 PC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PC에서 ImportBundle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98A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안 함 (팀원 과제 G3)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463040"/>
            <a:ext cx="3886200" cy="3968496"/>
          </a:xfrm>
          <a:prstGeom prst="roundRect">
            <a:avLst>
              <a:gd name="adj" fmla="val 1882"/>
            </a:avLst>
          </a:prstGeom>
          <a:solidFill>
            <a:srgbClr val="F8E3E0"/>
          </a:solidFill>
          <a:ln w="12700">
            <a:solidFill>
              <a:srgbClr val="F8E3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1차에서 찾은 문제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0574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59개 표의 행 수는 모두 같았는데 사례 13개가 다름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건축HUB 연도의 "수집 완료" 표시가 DB 밖 파일(data/ops/history-progress.json)에 있어 묶음에 빠짐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새 PC에서는 2025년이 "잠정값", 감축 역산은 "자료 없음"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것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41605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묶음에 collection-progress.json 동봉, ImportBundle이 복원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지문(D01~D04)에 연도별 완료 표시 추가: 다르면 원인을 바로 안내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기능과 시뮬레이션 사례 · 2026-10-08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다음 단계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 제공 범위 밖(단독주택·소규모 공동주택) → 총량은 탄소공간지도·한전과 대조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 탄소는 가정 계수, 감축 역산은 전력 기준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3D는 규모 비교용 개념 배치, 일조는 맑은 날 개략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상한은 조례 기본 상한 1차 확인 (지구단위계획 우선)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K-apt 2015~2018, 다른 지역의 2020~2024 건축HUB 수집 중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2024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팀원별 지역 과제: 전주·강동·부산 강서·세종의 개발지·상업지 수집 → 예상값 vs 수집 후 결과 비교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 상세 준비 마무리, 강동·강서·세종 과거 건축HUB 수집 (밤마다 한도 안에서)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묶음 갱신 때마다 사례 값 재기록 → 팀원 PC에서 25/25 확인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탄소공간지도 500m와 같은 칸 대조를 4개 도시로 확대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자료, 같은 입력이면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PC에서나 같은 숫자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매뉴얼: docs/USER_MANUAL.md (PDF: docs/manual/)  ·  사례: backend/cases/simulation_cases.json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8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기준: docs/DATA_STANDARD.md  ·  GitHub: github.com/shy0401/Carbon-Urban-DSS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Urban DSS — 기능과 시뮬레이션 사례</dc:title>
  <dc:subject>PptxGenJS Presentation</dc:subject>
  <dc:creator>Carbon Urban DSS 팀</dc:creator>
  <cp:lastModifiedBy>Carbon Urban DSS 팀</cp:lastModifiedBy>
  <cp:revision>1</cp:revision>
  <dcterms:created xsi:type="dcterms:W3CDTF">2026-10-07T20:56:23Z</dcterms:created>
  <dcterms:modified xsi:type="dcterms:W3CDTF">2026-10-07T20:56:23Z</dcterms:modified>
</cp:coreProperties>
</file>