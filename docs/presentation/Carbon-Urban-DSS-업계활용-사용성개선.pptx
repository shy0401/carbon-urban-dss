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순서: 누가 어떤 결정에 쓰나(국내 제도·해외 도구) → 공통 패턴 → 전북 점검에서 찾은 문제 → 무엇을 어떻게 바꿨나(전후 화면) → 숫자가 맞는지 검증 → 로컬 LLM → 한계.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 막대는 화면을 내려도 위에 붙어 있다(모바일·인쇄에서는 고정 해제).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마크다운의 절·표 구성은 그대로 두어 기록된 사례(J14)가 바뀌지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9FB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업체·지자체는 어떻게 쓰나,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무엇을 바꿨나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8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건축·도시 탄소 도구의 실제 쓰임 조사 → 지역 시뮬레이션 기능·화면 수정 → 숫자 검증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743200" cy="0"/>
          </a:xfrm>
          <a:prstGeom prst="line">
            <a:avLst/>
          </a:prstGeom>
          <a:noFill/>
          <a:ln w="25400">
            <a:solidFill>
              <a:srgbClr val="C98A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2026-10-10 · 전북(전주·완주) PC 실데이터 · 화면은 수정 전후 실제 캡처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쓰는 곳의 방식에 맞춰 "구역 고르기 → 목표 → 수단 조합 → 대안 비교 → 제출용 보고서" 흐름으로 정리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19건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사례 조사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제도·사업 10 · 해외 도구 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7가지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94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기능·화면 변경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막대 · 수단 조합 · 비교 · 보고서 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15/15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194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숫자 독립 대조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PostGIS/SQL로 다시 계산 → 일치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0" y="1554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25/25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194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값 동일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468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코드와 값 동일 · 문장 4건만 의도대로 바뀜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29184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3337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326440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기후변화영향평가·도시기본계획은 "배출량 → 목표 → 수단별 감축량 합산"으로 판단, 등급제는 "동종 비교", 설계 도구는 "대안 비교표"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06908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114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560320" y="40416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요약 막대, 기준 자동 전환(완주 7개 면), 감축 수단 조합, 행정동 비교, 시나리오 4개 비교·CSV, 인쇄·PDF 보고서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484632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4892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바로잡음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4818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"개발 전 3년 평균"이 실제로는 관측 1개 연도였고 +1,051.0%가 수집 범위 차이였음 → 관측 연도·범위 주의·같은 단지 변화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548640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562356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280160" y="5669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560320" y="559612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317 통과 (기존 스텁 실패 28 동일) · 프런트 154 통과 · 빌드 성공 · 연도 부분집합 60/60 동일 · 로컬 LLM v3 48/48 통과 → 적용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어떤 결정에 쓰나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사용자마다 필요한 숫자가 다르다 — 같은 엔진 값을 결정 단위로 보여 줘야 한다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24612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내리는 결정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숫자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제도·도구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지자체 도시계획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도시·군기본계획 5년 단위 감축목표, 탄소중립 도시계획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구역 배출 현황, 수단별 예상 감축량 합계, 목표 달성 여부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도시·군기본계획수립지침, 탄소공간지도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개발사업자·평가 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기후변화영향평가(온실가스) 협의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배출원·배출량 산정, 감축목표, 감축방안, 사후조사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탄소중립기본법, 환경영향평가 병합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건물주·관리자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에너지 신고·등급, 그린리모델링, ZEB 인증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단위면적당 사용량, 동종 비교, 개선 전후 절감량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신고·등급제, ENERGY STAR, 그린리모델링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설계사·엔지니어링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설계 대안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대안별 운영탄소, 비교표·공유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Autodesk Forma, One Click LCA, ArcGIS Urban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데이터·컨설팅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인벤토리, 품질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출처·가공 규칙, 이상치, 재현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건물에너지 통합관리(딥뷰·I-BED), Google EIE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출처는 마지막 장. 제도 문구는 공개 자료 요약이며 법적 해석이 아닙니다.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제도 ① 평가와 계획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개발사업과 도시계획은 "배출량 산정 → 감축목표 → 감축방안(수단별 합산)" 순서로 판단한다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3154680"/>
          </a:xfrm>
          <a:prstGeom prst="roundRect">
            <a:avLst>
              <a:gd name="adj" fmla="val 2319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기후변화영향평가 (탄소중립기본법)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에너지·산업단지·폐기물 시설 등 일정 개발사업, 전략환경영향평가 대상 계획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온실가스 항목: 배출원·흡수원, 배출량 산정방안, 감축목표·감축방안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절차: 평가준비서 → 초안 → 의견수렴 → 평가서(환경영향평가서와 별책)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우리: 보고서 인쇄본을 이 순서(현황 → 영향 → 목표 → 방안 → 한계)로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40680" cy="3154680"/>
          </a:xfrm>
          <a:prstGeom prst="roundRect">
            <a:avLst>
              <a:gd name="adj" fmla="val 2319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도시·군기본계획수립지침 (국토부)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057400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기초조사에 온실가스 배출·흡수 현황, 5년 단위 감축목표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공간구조: 온실가스 현황지도·건물 에너지 수요 지도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조성계획: 감축수단을 제시하고 수단별 예상 감축량을 합산해 목표 달성 확인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우리: 감축 수단 조합(신축·기존·태양광 합산 → 남는 양)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46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배출 현황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(관측·산정)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4983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41448" y="48463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41448" y="4846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반영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(BAU)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087368" y="4983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34256" y="48463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34256" y="4846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감축목표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(기준 대비 %)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80176" y="4983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27064" y="48463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27064" y="4846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수단별 감축량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(신축·기존·태양광)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872984" y="4983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19872" y="48463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BF1DD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19872" y="4846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합산 → 목표 확인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(남는 양)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765792" y="4983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12680" y="48463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12680" y="4846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평가서·계획서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(인쇄·PDF)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도구의 지역 시뮬레이션 흐름(위)을 같은 순서로 맞췄다. 2030 NDC 건물 부문 감축목표 32.8% (건물에너지 데이터 통합관리 설명회, 2025-10-30).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제도 ② 지도·등급·지원사업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단위로 보고(격자·읍면동·용도지역), 같은 종류끼리 견주고, 전후 절감량으로 지원을 정한다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72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탄소공간지도 (국토부, 2023-06-30 운영)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건물·수송·토지이용 배출과 흡수원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격자·행정구역(읍면동)·용도지역 단위 조회·지역 비교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지자체: 탄소중립 도시계획 기초조사·감축목표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498348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029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격자·행정동·용도지역 구역 선택(기존) + 행정동 비교(신규)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572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건물에너지 신고·등급제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0116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3천㎡·공공 1천㎡ 이상 비주거, 전기·가스·지역난방 신고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용도·규모별 단위면적당 사용량 A~E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4,281곳: A 4.4%·B 46.9%·C 38.5%·D 7.7%·E 2.5%, D~E 382곳 컨설팅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498348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5029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원단위 위치(낮은 쪽부터 순위·5분위), 단 등급 아님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1572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그린리모델링·ZEB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0116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컨설팅(2026-06-30 모집): 진단 → 시뮬레이션 → 개선안·견적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개선 전후 절감량·비용 절감·회수기간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2025년 261동 지원, ZEB 민간 의무(2025-06, 30세대·1천㎡ 이상 5등급)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498348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5029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수단별 절감 kWh·t (비용·회수기간은 단가 근거 없어 미구현)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도구는 어떻게 쓰이나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공통점: 대안을 나란히 비교하고, 같은 종류와 견주고, 결과를 공유·내보내기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4206240"/>
                <a:gridCol w="2148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쓰나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가져온 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ArcGIS Urban (Esri)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도시계획가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용적률·높이로 3D 시나리오 생성, 시나리오 비교 보고서(Excel)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 비교표 + CSV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 Click LCA Carbon Designer 3D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설계사·컨설턴트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 유형·연면적으로 기준안, 설계 대안 최대 4개 비교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4개 안 비교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Autodesk Forma (Carbon Insights)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건축가·MEP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설계 운영·내재 탄소, 공유 대시보드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요약 막대·링크 공유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CityBES (LBNL) · umi (MIT) · CEA (ETH)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도시·전력회사·컨설턴트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 건물 재고의 개조·태양광 시나리오, 벤치마킹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수단 조합·기준 비교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STAR Portfolio Manager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건물주·도시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1~100 동종 백분위(50 중앙, 75 이상 인증), 12개월 전 연료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12개월 완비 + 동종 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EIE · NYC LL97 계산기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도시·건물 이사회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 기준 인벤토리·계수 조정, 2030 배출·벌금 예측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대비 남는 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패턴 → 우리 도구에서 바꾼 것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7가지 변경은 모두 사례에 근거하고, 숫자는 계산 엔진에서만 나온다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5120640"/>
                <a:gridCol w="2057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방식 (사례)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바꾼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한눈에 결과 보며 단계 이동 (Forma 대시보드)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결과 요약 막대: 기준·계획 반영·필요 감축·수단 조합·행정동 순위 + 5단계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구역 띠 아래 (고정)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없는 칸을 비워 두지 않음 (평가서 작성)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기준 자동 전환(공동주택↔건물 전체) + 실제 수집 연도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감축 노력, 구역 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수단별 감축량 합산 → 목표 확인 (도시기본계획)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감축 수단 조합: 신축·기존 절감률 + 태양광 kW → 합계·남는 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감축 수단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동종 비교 (서울 등급, ENERGY STAR)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같은 시·군 행정동 원단위 분포 속 위치(순위·5분위)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감축 노력 아래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비교표·내보내기 (ArcGIS Urban, One Click LCA)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시나리오 저장 최대 4개 비교 + CSV(엑셀)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시나리오 비교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평가서 항목 순서 (기후변화영향평가)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인쇄·PDF 보고서: 핵심 결과 표 + 현황→영향→목표→방안→한계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보고서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출처·품질 확인 (딥뷰·I-BED)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보고서 문장 바로잡기: 관측 연도 명시, 관측 범위 주의, 같은 단지 변화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전후, 보고서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출발점: 전북 지역 시뮬 점검 (수정 전)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전주·완주 모든 행정동·용도지역·반경·격자·경계 입력 140회 실행 — 오류 0, 그러나 업체가 쓰기엔 걸리는 점 6가지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완주 면 지역 감축 노력 "근거 없음"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13개 읍면 중 7곳 (단지 없음)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경천면 등은 결과 빈칸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K-apt 없는 구역의 관측 문장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"관측 연도가 없어 계산하지 않음"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건축HUB 값이 있는데 없는 것처럼 읽힘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철거 &gt; 기존 입력 검증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감축량 -10,022.8 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음수 결과가 그대로 나옴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 범위 바꿀 때 재적재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17.9~29.6초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기다림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내보내기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마크다운만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제출·인쇄 형식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전후 문장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"개발 전 3년 평균" + 지역 +1,051.0%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실제는 관측 1개 연도·수집 범위 차이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ux/b03b-eff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47505"/>
            <a:ext cx="4343400" cy="171707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15200" y="1747505"/>
            <a:ext cx="4343400" cy="1717071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38404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전: 완주 경천면 감축 노력</a:t>
            </a:r>
            <a:endParaRPr lang="en-US" sz="1200" dirty="0"/>
          </a:p>
        </p:txBody>
      </p:sp>
      <p:pic>
        <p:nvPicPr>
          <p:cNvPr id="10" name="Image 1" descr="ux/b04-report-excerp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888382"/>
            <a:ext cx="4343400" cy="37307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315200" y="4888382"/>
            <a:ext cx="4343400" cy="373077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0" y="598932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전: 송천1동 보고서의 전후 문장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결과 요약 막대와 단계 이동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Forma처럼 입력을 바꾸면 핵심 숫자가 바로 바뀌고, 긴 화면을 단계로 오간다</a:t>
            </a:r>
            <a:endParaRPr lang="en-US" sz="1300" dirty="0"/>
          </a:p>
        </p:txBody>
      </p:sp>
      <p:pic>
        <p:nvPicPr>
          <p:cNvPr id="6" name="Image 0" descr="ux/b01-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6680"/>
            <a:ext cx="5120640" cy="355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76680"/>
            <a:ext cx="5120640" cy="355600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8E3E0"/>
          </a:solidFill>
          <a:ln w="12700">
            <a:solidFill>
              <a:srgbClr val="F8E3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50200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한 페이지, 결과는 아래로 내려가야 보임</a:t>
            </a:r>
            <a:endParaRPr lang="en-US" sz="1200" dirty="0"/>
          </a:p>
        </p:txBody>
      </p:sp>
      <p:pic>
        <p:nvPicPr>
          <p:cNvPr id="11" name="Image 1" descr="ux/a06-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97317"/>
            <a:ext cx="5623560" cy="35147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35040" y="1397317"/>
            <a:ext cx="5623560" cy="3514725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35040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03504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50200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 띠 아래 고정 막대: 5단계 + 핵심 지표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지표: 기준 배출 · 계획 반영(대책 없음) · 필요 감축량 · 수단 조합 결과 · 같은 시·군 순위 — 모두 엔진 값(kg→t 변환만)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저장 버튼이 같은 자리에 있어 대안을 바로 비교표에 넣음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기준 자동 전환과 실제 수집 연도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없는 기준이면 빈칸 대신 다른 관측 기준으로 계산하고, 그렇게 했다고 알린다 (완주 경천면)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8E3E0"/>
          </a:solidFill>
          <a:ln w="12700">
            <a:solidFill>
              <a:srgbClr val="F8E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</a:t>
            </a:r>
            <a:endParaRPr lang="en-US" sz="1050" dirty="0"/>
          </a:p>
        </p:txBody>
      </p:sp>
      <p:pic>
        <p:nvPicPr>
          <p:cNvPr id="8" name="Image 0" descr="ux/b03b-eff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212080" cy="20604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737360"/>
            <a:ext cx="5212080" cy="2060485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pic>
        <p:nvPicPr>
          <p:cNvPr id="10" name="Image 1" descr="ux/b03a-covera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40"/>
            <a:ext cx="5212080" cy="25447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3977640"/>
            <a:ext cx="5212080" cy="254478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4480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감축 노력: "계산할 근거가 없습니다" / 구역 띠: 전력 관측 연도 "없음"만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3716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03504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</a:t>
            </a:r>
            <a:endParaRPr lang="en-US" sz="1050" dirty="0"/>
          </a:p>
        </p:txBody>
      </p:sp>
      <p:pic>
        <p:nvPicPr>
          <p:cNvPr id="15" name="Image 2" descr="ux/a02b-effor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37360"/>
            <a:ext cx="3657600" cy="341713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035040" y="1737360"/>
            <a:ext cx="3657600" cy="3417135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pic>
        <p:nvPicPr>
          <p:cNvPr id="17" name="Image 3" descr="ux/a02a-coverag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5257800"/>
            <a:ext cx="5623560" cy="41185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035040" y="5257800"/>
            <a:ext cx="5623560" cy="411852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829800" y="1783080"/>
            <a:ext cx="1828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건축HUB 2025년 12개월 계측 지번 104곳(1,309,582 kWh, 원단위 44.25 kWh/m²)으로 계산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안내 + 보고서 근거 문장 "기준으로 바꿔 계산했습니다"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 띠: 공동주택(K-apt)·건물 전체(건축HUB) 연도를 따로, 수집 중·일부 결측 표시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25개는 해당 없음 → 값 그대로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029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전환은 요청한 기준이 아예 계산 불가일 때만 (공동주택 ↔ 건물 전체 양방향)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감축 수단 조합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도시·군기본계획처럼 수단별 감축량을 더해 필요 감축량을 채우는지 본다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송천1동</a:t>
            </a:r>
            <a:endParaRPr lang="en-US" sz="1050" dirty="0"/>
          </a:p>
        </p:txBody>
      </p:sp>
      <p:pic>
        <p:nvPicPr>
          <p:cNvPr id="8" name="Image 0" descr="ux/a01e-measu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21221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737360"/>
            <a:ext cx="6949440" cy="2122104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40233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경천면</a:t>
            </a:r>
            <a:endParaRPr lang="en-US" sz="1050" dirty="0"/>
          </a:p>
        </p:txBody>
      </p:sp>
      <p:pic>
        <p:nvPicPr>
          <p:cNvPr id="12" name="Image 1" descr="ux/a02d-measur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89120"/>
            <a:ext cx="6587825" cy="20116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4389120"/>
            <a:ext cx="6587825" cy="201168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26680" y="1737360"/>
            <a:ext cx="3931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 (엔진)</a:t>
            </a:r>
            <a:endParaRPr lang="en-US" sz="115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신축 부하 × 신축 절감률 + (기준 부하 − 철거 부하) × 기존 절감률 + 태양광 kW × kW당 발전량 → 전력 배출계수 0.433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송천1동: 신축 30% + 기존 10% + 태양광 2,000 kW = 4,871.4 t → 필요 15,203.2 t의 32%, 10,331.8 t 남음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"남은 양을 태양광으로 채우기": 부족분만큼 kW를 더해 다시 계산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수단을 넣으면 보고서 근거 문장 2개(조합 합계·남는 양) 추가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링크에 mx=신축,기존,태양광으로 함께 저장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발전량 근거가 없으면 태양광은 합계에서 빠지고 그렇게 표시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같은 시·군 행정동과 비교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건물에너지 등급·ENERGY STAR처럼 동종 비교 — 같은 연도·같은 기준 관측끼리만, 등급이 아닌 위치</a:t>
            </a:r>
            <a:endParaRPr lang="en-US" sz="1300" dirty="0"/>
          </a:p>
        </p:txBody>
      </p:sp>
      <p:pic>
        <p:nvPicPr>
          <p:cNvPr id="6" name="Image 0" descr="ux/a01d-benchm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13165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6949440" cy="1316546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7889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 공동주택(K-apt) 기준: 송천1동 29.06 kWh/m² → 34곳 중 22번째(4분위)</a:t>
            </a:r>
            <a:endParaRPr lang="en-US" sz="1200" dirty="0"/>
          </a:p>
        </p:txBody>
      </p:sp>
      <p:pic>
        <p:nvPicPr>
          <p:cNvPr id="9" name="Image 1" descr="ux/a02e-benchm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6949440" cy="131654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291840"/>
            <a:ext cx="6949440" cy="1316546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46634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건물 전체(건축HUB) 기준: 경천면 44.25 kWh/m² → 13곳 중 2번째(1분위)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1463040"/>
            <a:ext cx="3931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 공동주택: 34곳, 중앙값 28.56 kWh/m² (송천1동 29.06 → 22/34번째)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 건물 전체: 35곳, 중앙값 59.69 kWh/m²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건물 전체: 13곳, 중앙값 59.59 kWh/m² (경천면 44.25 → 2/13번째)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연도가 다르거나 기준 부하가 추정이면 순위를 매기지 않음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용도·연식 보정이 없어 "등급"으로 쓰지 않음 — 화면·보고서에 그렇게 적음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보고서에는 근거 문장 1개로 들어감(분석 결과의 근거 문장 수는 그대로)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시나리오 비교 (최대 4개)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ArcGIS Urban 시나리오 비교 보고서, One Click LCA 대안 4개 비교처럼</a:t>
            </a:r>
            <a:endParaRPr lang="en-US" sz="1300" dirty="0"/>
          </a:p>
        </p:txBody>
      </p:sp>
      <p:pic>
        <p:nvPicPr>
          <p:cNvPr id="6" name="Image 0" descr="ux/a03a-comp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939" y="1371600"/>
            <a:ext cx="5522843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61939" y="1371600"/>
            <a:ext cx="5522843" cy="393192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3949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394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5385816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송천1동 두 안 + 완주 경천면 안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41732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순간의 엔진 결과를 그대로 나란히: 기준·배출·필요 감축량·대안·수단 조합·원단위 순위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CSV(엑셀) 내보내기: 한글 깨짐 없게 UTF-8 BOM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아이콘으로 같은 조건을 다시 열어 최신 자료로 재계산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저장이라 다른 PC와는 CSV·링크로 공유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인쇄·PDF 보고서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기후변화영향평가서 온실가스 항목 순서로, 근거 문장을 빠짐없이</a:t>
            </a:r>
            <a:endParaRPr lang="en-US" sz="1300" dirty="0"/>
          </a:p>
        </p:txBody>
      </p:sp>
      <p:pic>
        <p:nvPicPr>
          <p:cNvPr id="6" name="Image 0" descr="ux/b04a-re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394" y="1371600"/>
            <a:ext cx="3889133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64394" y="1371600"/>
            <a:ext cx="3889133" cy="356616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8E3E0"/>
          </a:solidFill>
          <a:ln w="12700">
            <a:solidFill>
              <a:srgbClr val="F8E3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50200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문장 나열 + 마크다운 내려받기</a:t>
            </a:r>
            <a:endParaRPr lang="en-US" sz="1200" dirty="0"/>
          </a:p>
        </p:txBody>
      </p:sp>
      <p:pic>
        <p:nvPicPr>
          <p:cNvPr id="11" name="Image 1" descr="ux/r-songcheon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845" y="1371600"/>
            <a:ext cx="2831951" cy="35661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30845" y="1371600"/>
            <a:ext cx="2831951" cy="356616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35040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03504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50200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결과 표 → 1 대상·방법 → 2 배출 현황 → … → 7 한계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숫자는 같은 스냅숏의 엔진 값, 문장은 근거 문장 그대로(HTML 이스케이프)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인쇄 → PDF 저장, A4 여백·페이지 나눔 규칙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보고서 문장 바로잡기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맞았지만 읽는 사람이 오해할 문장 — 관측 연도와 관측 범위를 문장에 넣었다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8E3E0"/>
          </a:solidFill>
          <a:ln w="12700">
            <a:solidFill>
              <a:srgbClr val="F8E3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65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3년 평균 전력은 12,643,759 kWh, 개발 후 3년 평균은 69,141,843 kWh입니다.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전력은 +446.8% 변했습니다.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DCE8E2"/>
          </a:solidFill>
          <a:ln w="12700">
            <a:solidFill>
              <a:srgbClr val="DCE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55448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96596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관측 2개 연도(2017, 2018) 평균 전력은 12,643,759 kWh, 개발 후 관측 3개 연도(2020, 2021, 2022) 평균은 69,141,843 kWh입니다.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전력 합계는 +446.8% 변했지만, 개발 전 관측 단지가 평균 6.0곳으로 개발 후 기존 단지 평균 20.0곳보다 적어 이 차이에는 관측 범위 차이가 섞여 있습니다.</a:t>
            </a:r>
            <a:endParaRPr lang="en-US" sz="1250" dirty="0"/>
          </a:p>
        </p:txBody>
      </p:sp>
      <p:pic>
        <p:nvPicPr>
          <p:cNvPr id="14" name="Image 0" descr="ux/a01f-before-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133" y="3977640"/>
            <a:ext cx="3353574" cy="2286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255133" y="3977640"/>
            <a:ext cx="3353574" cy="2286000"/>
          </a:xfrm>
          <a:prstGeom prst="rect">
            <a:avLst/>
          </a:prstGeom>
          <a:ln w="9525">
            <a:solidFill>
              <a:srgbClr val="D9D7C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0" y="402336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J01(송천1동, 같은 DB 04:00). 원인: 2015~2018년 K-apt 과거 자료를 일부 단지만 받음 → 개발 전 평균이 단지 몇 곳의 합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문장이 01:11에는 2018년만 있어 +1,051.0%, 2017년을 더 받은 04:00에는 +446.8% — 수집 범위에 따라 크게 움직임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개발 전 관측 단지가 개발 후 기존 단지의 80% 미만이면 "관측 범위 차이가 섞여 있음", 같은 단지 변화를 함께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검증: 문장 규칙 v2 — 이전 규칙으로 기록된 사례 파일은 값만 비교하고 그렇게 적음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검증과 응답 속도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중 기다림과 틀린 입력을 줄였다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16~96초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 범위 변경 (수정 전)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DB에서 다시 읽음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0.1초 이하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 범위 변경 (수정 후)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468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2015~2025 캐시에서 잘라 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554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8A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60/60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194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동일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688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잘라 쓴 입력 = 새로 읽은 입력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철거 연면적 검증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611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응답(부산 강서 격자, 학습 자료 생성 중): "철거 연면적 12,000m²가 기준 건물 규모(약 1,538m², 2025년 기준 부하 ÷ 원단위)보다 큽니다. 철거 면적을 줄이거나 구역을 넓히세요" — 화면은 이 문장을 그대로 보여 주고 계산하지 않음(HTTP 422). 수정 전에는 필요 감축량이 음수(-10,022.8 t)로 나왔음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63440"/>
            <a:ext cx="11109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비교표는 지역·기간·기준별로 5분 캐시(첫 계산 후 약 2초)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인쇄용 보고서는 저장된 스냅숏에서 만들므로 자료가 바뀌어도 그 보고서는 그대로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맞는지: 독립 대조와 회귀 검증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테스트와 실데이터 검증을 구분해 적었다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62356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숫자 독립 대조 (실데이터)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전주·완주 행정동 6곳×기준 2 + 기준 격자 2 + 격자 보고서: PostGIS로 격자 소속·단지, SQL로 K-apt·건축HUB 12개월 합, 감축 산식 재계산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15/15 일치 (계수 0.433)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 25개 (실데이터, 같은 DB)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코드(e0b4c51)와 새 코드로 같은 DB에서 계산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25/25 동일 · 근거 문장 21/25 동일(J01·J02·J04·J14는 규칙 2 문장만)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 부분집합 (실데이터)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2020~2025·2025·2018~2024를 새로 읽은 입력 vs 잘라 쓴 입력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60/60 동일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단위 테스트 (모의)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pytest: 자동 전환·수단 조합·철거 검증·행정동 비교·인쇄 보고서·문장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317 통과 (기존 스텁 실패 28 동일)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프런트 테스트 + 빌드 (모의)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Vitest: 요약 막대·수단 조합·저장·CSV·링크 mx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154 통과 · 빌드 성공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(실데이터)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앱 실제 캡처, 촬영이 만든 보고서 행은 id로 삭제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전 10장 · 수정 후 17장, 화면 오류 0, 촬영 보고서 행 삭제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LLM: 여러 지역으로 다시 학습 (v3)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문장만 쓰고, 숫자·연도·증감 방향이 근거와 하나라도 다르면 앱이 버리고 검증된 서식으로 바꾼다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26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 (이전)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v3 (이번)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지역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전주·완주·수원·서울 강동·부산 강서·세종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/ 평가 예시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303 / 48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982 / 192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문장 규칙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자동 전환·관측 범위 주의·같은 단지 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(같은 48개 표본, 6개 지역)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48/48 통과 · 중앙 40초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48/48 통과 · 중앙 39초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요약 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carbon-area-narrator-v2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carbon-area-narrator-v3 (10/10 적용)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526280"/>
            <a:ext cx="11109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QLoRA (Qwen2.5-1.5B, RTX 2060 6GB, 4-bit) 1.83 epoch · 114스텝 · 5시간 11분, 평가 손실 0.0054 → 병합 → GGUF q8_0 → Ollama 등록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 조건: 같은 평가 표본에서 통과율 v2 이상, 오류 수 v2 이하, 중앙 응답 150초 이하 → 충족해 10/10 앱에 적용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표본에서는 v2도 48/48이라 통과율 차이는 없음 (v3는 나빠지지 않고 조금 빠름). 문장 품질은 이 평가가 재지 않음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모델이든 게시된 보고서의 숫자 오류는 설계상 0 (불합격 문장은 쓰지 않음)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다음 단계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않은 것과 근거가 부족한 것을 그대로 적는다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1109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비용·회수기간 (그린리모델링 컨설팅의 핵심 결과물)</a:t>
            </a:r>
            <a:endParaRPr lang="en-US" sz="13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전기요금·공사비 단가 근거가 없어 계산하지 않음 → 단가 자료 확보 후 수단 조합에 추가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가스 탄소</a:t>
            </a:r>
            <a:endParaRPr lang="en-US" sz="13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감축 노력·수단 조합은 전력만. 건축HUB 가스 kWh 환산 기준 문의 중(외부 자료 요청 3번)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행정동 비교는 위치이지 등급이 아님</a:t>
            </a:r>
            <a:endParaRPr lang="en-US" sz="13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용도·연식 보정 없음. 서울 등급·ENERGY STAR처럼 쓰려면 용도별 원단위 기준이 필요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건축HUB 범위</a:t>
            </a:r>
            <a:endParaRPr lang="en-US" sz="13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단독주택·200세대 미만 공동주택 미제공 → 면 지역 총량은 작게 나옴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저장</a:t>
            </a:r>
            <a:endParaRPr lang="en-US" sz="13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저장(다른 PC 공유는 CSV·링크). 팀 공유 저장은 다음 단계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전북 다른 시·군</a:t>
            </a:r>
            <a:endParaRPr lang="en-US" sz="1300" dirty="0"/>
          </a:p>
          <a:p>
            <a:pPr lvl="1" marL="457200" indent="-2286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전주·완주 외 전북 시·군은 기본 자료만 — 지역 준비 후 같은 점검을 반복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Carbon Urban DSS · 업계 활용 사례와 사용성 개선 · 2026-10-10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(조회 2026-10-10)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 내용은 공개 자료 요약이며 법적 해석이 아닙니다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109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기후변화영향평가 고시안: 법무법인 세종 뉴스레터 shinkim.com/kor/media/newsletter/1871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도시·군기본계획수립지침 개정: smarttoday.co.kr/ko-kr/articles/22182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탄소공간지도 운영(2023-06-30): newsis.com NISX20230628_0002356224, discoverynews.kr 1028725, dailian.co.kr 1154189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건물에너지 신고·등급제: news.seoul.go.kr/env/archives/563115 · 에너지다소비건물: news.seoul.go.kr/env/eco/eco-building/energy-building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건물에너지 데이터 통합관리 설명회(딥뷰·I-BED): kharn.kr article 29132 · 정보체계 민간 개방: smarttoday.co.kr 23488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ZEB 민간 의무화: sankun.com/blog/detail/837 · 그린리모델링 컨설팅: kharn.kr 30978 · 공공 261동: newsseoul.co.kr 1065568824606918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ArcGIS Urban: esri.com arcgis-blog (compare scenarios in Excel), esri.com arcgis-urban 3d-scenario-modeling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Autodesk Forma Carbon Insights: autodesk.com/products/insight/overview · One Click LCA CD3D: oneclicklca.com carbon-designer-3d-guide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STAR score: energystar.gov/ENERGYSTARscore, score-criteria · CityBES: bies.lbl.gov/urban-science/tools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umi: web.mit.edu/SustainableDesignLab/projects/umi · City Energy Analyst: pypi.org/project/cityenergyanalyst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EIE: sustainability.google/stories/environmental-insights-explorer · LL97 계산기: bdcnetwork.com 55297088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Urban DSS — 업계 활용 사례와 사용성 개선</dc:title>
  <dc:subject>PptxGenJS Presentation</dc:subject>
  <dc:creator>Carbon Urban DSS 팀</dc:creator>
  <cp:lastModifiedBy>Carbon Urban DSS 팀</cp:lastModifiedBy>
  <cp:revision>1</cp:revision>
  <dcterms:created xsi:type="dcterms:W3CDTF">2026-10-10T01:55:35Z</dcterms:created>
  <dcterms:modified xsi:type="dcterms:W3CDTF">2026-10-10T01:55:35Z</dcterms:modified>
</cp:coreProperties>
</file>